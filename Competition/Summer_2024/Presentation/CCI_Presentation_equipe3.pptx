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703" r:id="rId4"/>
  </p:sldMasterIdLst>
  <p:notesMasterIdLst>
    <p:notesMasterId r:id="rId14"/>
  </p:notesMasterIdLst>
  <p:sldIdLst>
    <p:sldId id="256" r:id="rId5"/>
    <p:sldId id="370" r:id="rId6"/>
    <p:sldId id="375" r:id="rId7"/>
    <p:sldId id="377" r:id="rId8"/>
    <p:sldId id="371" r:id="rId9"/>
    <p:sldId id="376" r:id="rId10"/>
    <p:sldId id="373" r:id="rId11"/>
    <p:sldId id="374" r:id="rId12"/>
    <p:sldId id="378" r:id="rId13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EC9CCDD-2DEF-49AE-A337-7B38B93359CE}">
  <a:tblStyle styleId="{CEC9CCDD-2DEF-49AE-A337-7B38B93359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269D01E-BC32-4049-B463-5C60D7B0CCD2}" styleName="Style à thème 2 - Accentuation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27F97BB-C833-4FB7-BDE5-3F7075034690}" styleName="Style à thème 2 - Accentuation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-36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cd8a80d6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cd8a80d6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0113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cd8a80d6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cd8a80d6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6707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cd8a80d6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cd8a80d6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2006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cd8a80d6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cd8a80d6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1084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cd8a80d6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cd8a80d6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30312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cd8a80d6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cd8a80d6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2928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cd8a80d6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cd8a80d6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69283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cd8a80d6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cd8a80d6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0862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cxnSp>
        <p:nvCxnSpPr>
          <p:cNvPr id="40" name="Google Shape;40;p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Vide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6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2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" name="Google Shape;161;p2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" name="Google Shape;162;p22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" name="Google Shape;163;p22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" name="Google Shape;164;p22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" name="Google Shape;165;p22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6" name="Google Shape;166;p2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8" r:id="rId4"/>
    <p:sldLayoutId id="2147483668" r:id="rId5"/>
    <p:sldLayoutId id="2147483696" r:id="rId6"/>
    <p:sldLayoutId id="2147483697" r:id="rId7"/>
    <p:sldLayoutId id="2147483698" r:id="rId8"/>
    <p:sldLayoutId id="214748369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9"/>
          <p:cNvSpPr txBox="1">
            <a:spLocks noGrp="1"/>
          </p:cNvSpPr>
          <p:nvPr>
            <p:ph type="ctrTitle"/>
          </p:nvPr>
        </p:nvSpPr>
        <p:spPr>
          <a:xfrm>
            <a:off x="575467" y="1090749"/>
            <a:ext cx="7993066" cy="124785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CCI </a:t>
            </a:r>
            <a:r>
              <a:rPr lang="fr-FR" sz="4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UdeS</a:t>
            </a:r>
            <a:endParaRPr lang="en-CA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3" name="Google Shape;483;p59"/>
          <p:cNvSpPr txBox="1">
            <a:spLocks noGrp="1"/>
          </p:cNvSpPr>
          <p:nvPr>
            <p:ph type="subTitle" idx="1"/>
          </p:nvPr>
        </p:nvSpPr>
        <p:spPr>
          <a:xfrm>
            <a:off x="1039950" y="2286351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Équipe 3 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E3F3B09-E716-346D-A680-14F788DDA26A}"/>
              </a:ext>
            </a:extLst>
          </p:cNvPr>
          <p:cNvSpPr txBox="1"/>
          <p:nvPr/>
        </p:nvSpPr>
        <p:spPr>
          <a:xfrm>
            <a:off x="1793874" y="3929640"/>
            <a:ext cx="5556251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Francis Gratton et Jonathan Migner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5"/>
          <p:cNvSpPr txBox="1">
            <a:spLocks noGrp="1"/>
          </p:cNvSpPr>
          <p:nvPr>
            <p:ph type="title"/>
          </p:nvPr>
        </p:nvSpPr>
        <p:spPr>
          <a:xfrm>
            <a:off x="288683" y="347054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l’idée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522;p62">
            <a:extLst>
              <a:ext uri="{FF2B5EF4-FFF2-40B4-BE49-F238E27FC236}">
                <a16:creationId xmlns:a16="http://schemas.microsoft.com/office/drawing/2014/main" id="{14D9DB2F-4049-5371-45B6-AEB663DD2043}"/>
              </a:ext>
            </a:extLst>
          </p:cNvPr>
          <p:cNvSpPr txBox="1">
            <a:spLocks/>
          </p:cNvSpPr>
          <p:nvPr/>
        </p:nvSpPr>
        <p:spPr>
          <a:xfrm>
            <a:off x="7661400" y="4799717"/>
            <a:ext cx="2336400" cy="3004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/>
              <a:t>2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90F068B-B334-C74B-6C1D-210A10DC6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8683" y="1061515"/>
            <a:ext cx="3847200" cy="2379900"/>
          </a:xfrm>
        </p:spPr>
        <p:txBody>
          <a:bodyPr/>
          <a:lstStyle/>
          <a:p>
            <a:r>
              <a:rPr lang="fr-CA" dirty="0"/>
              <a:t>Contrôle avec un joystick style «  Trackpoint »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r>
              <a:rPr lang="fr-CA" dirty="0"/>
              <a:t>Exécution de Batch files avec la souris reconnu comme une clé USB.</a:t>
            </a:r>
          </a:p>
          <a:p>
            <a:endParaRPr lang="fr-CA" dirty="0"/>
          </a:p>
        </p:txBody>
      </p:sp>
      <p:pic>
        <p:nvPicPr>
          <p:cNvPr id="12" name="Image 11" descr="Une image contenant Appareils électroniques, Matériel de bureau, Appareil de saisie, périphérique&#10;&#10;Description générée automatiquement">
            <a:extLst>
              <a:ext uri="{FF2B5EF4-FFF2-40B4-BE49-F238E27FC236}">
                <a16:creationId xmlns:a16="http://schemas.microsoft.com/office/drawing/2014/main" id="{50694BDA-F9EE-5994-7561-104277F9E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4591" y="412104"/>
            <a:ext cx="3107134" cy="1969146"/>
          </a:xfrm>
          <a:prstGeom prst="rect">
            <a:avLst/>
          </a:prstGeom>
        </p:spPr>
      </p:pic>
      <p:pic>
        <p:nvPicPr>
          <p:cNvPr id="14" name="Image 13" descr="Une image contenant souris d’ordinateur, Appareil de saisie, périphérique, Appareil électronique&#10;&#10;Description générée automatiquement">
            <a:extLst>
              <a:ext uri="{FF2B5EF4-FFF2-40B4-BE49-F238E27FC236}">
                <a16:creationId xmlns:a16="http://schemas.microsoft.com/office/drawing/2014/main" id="{B3504577-13F0-EFDD-3C43-03BB9912C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4591" y="2506104"/>
            <a:ext cx="3084728" cy="231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489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5"/>
          <p:cNvSpPr txBox="1">
            <a:spLocks noGrp="1"/>
          </p:cNvSpPr>
          <p:nvPr>
            <p:ph type="title"/>
          </p:nvPr>
        </p:nvSpPr>
        <p:spPr>
          <a:xfrm>
            <a:off x="288683" y="347054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Schéma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522;p62">
            <a:extLst>
              <a:ext uri="{FF2B5EF4-FFF2-40B4-BE49-F238E27FC236}">
                <a16:creationId xmlns:a16="http://schemas.microsoft.com/office/drawing/2014/main" id="{14D9DB2F-4049-5371-45B6-AEB663DD2043}"/>
              </a:ext>
            </a:extLst>
          </p:cNvPr>
          <p:cNvSpPr txBox="1">
            <a:spLocks/>
          </p:cNvSpPr>
          <p:nvPr/>
        </p:nvSpPr>
        <p:spPr>
          <a:xfrm>
            <a:off x="7661400" y="4799717"/>
            <a:ext cx="2336400" cy="3004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/>
              <a:t>2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017A15B-39D6-F443-DE2B-68016257B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050" y="633404"/>
            <a:ext cx="5679900" cy="406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061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5"/>
          <p:cNvSpPr txBox="1">
            <a:spLocks noGrp="1"/>
          </p:cNvSpPr>
          <p:nvPr>
            <p:ph type="title"/>
          </p:nvPr>
        </p:nvSpPr>
        <p:spPr>
          <a:xfrm>
            <a:off x="288683" y="347054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PCB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522;p62">
            <a:extLst>
              <a:ext uri="{FF2B5EF4-FFF2-40B4-BE49-F238E27FC236}">
                <a16:creationId xmlns:a16="http://schemas.microsoft.com/office/drawing/2014/main" id="{14D9DB2F-4049-5371-45B6-AEB663DD2043}"/>
              </a:ext>
            </a:extLst>
          </p:cNvPr>
          <p:cNvSpPr txBox="1">
            <a:spLocks/>
          </p:cNvSpPr>
          <p:nvPr/>
        </p:nvSpPr>
        <p:spPr>
          <a:xfrm>
            <a:off x="7661400" y="4799717"/>
            <a:ext cx="2336400" cy="3004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/>
              <a:t>2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C3CA73E-D7B8-C7FD-014F-503E0F5BD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2956531" y="-702701"/>
            <a:ext cx="3230937" cy="65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1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5"/>
          <p:cNvSpPr txBox="1">
            <a:spLocks noGrp="1"/>
          </p:cNvSpPr>
          <p:nvPr>
            <p:ph type="title"/>
          </p:nvPr>
        </p:nvSpPr>
        <p:spPr>
          <a:xfrm>
            <a:off x="288683" y="347054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Exécution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522;p62">
            <a:extLst>
              <a:ext uri="{FF2B5EF4-FFF2-40B4-BE49-F238E27FC236}">
                <a16:creationId xmlns:a16="http://schemas.microsoft.com/office/drawing/2014/main" id="{14D9DB2F-4049-5371-45B6-AEB663DD2043}"/>
              </a:ext>
            </a:extLst>
          </p:cNvPr>
          <p:cNvSpPr txBox="1">
            <a:spLocks/>
          </p:cNvSpPr>
          <p:nvPr/>
        </p:nvSpPr>
        <p:spPr>
          <a:xfrm>
            <a:off x="7661400" y="4799717"/>
            <a:ext cx="2336400" cy="3004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/>
              <a:t>2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90F068B-B334-C74B-6C1D-210A10DC6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152" y="1798101"/>
            <a:ext cx="3847200" cy="2379900"/>
          </a:xfrm>
        </p:spPr>
        <p:txBody>
          <a:bodyPr/>
          <a:lstStyle/>
          <a:p>
            <a:r>
              <a:rPr lang="fr-CA" dirty="0"/>
              <a:t>KICAD</a:t>
            </a:r>
          </a:p>
          <a:p>
            <a:endParaRPr lang="fr-CA" dirty="0"/>
          </a:p>
          <a:p>
            <a:r>
              <a:rPr lang="fr-CA" dirty="0"/>
              <a:t>PCB 4 couches (Antenne)</a:t>
            </a:r>
          </a:p>
          <a:p>
            <a:endParaRPr lang="fr-CA" dirty="0"/>
          </a:p>
          <a:p>
            <a:r>
              <a:rPr lang="fr-CA" dirty="0"/>
              <a:t>0603 (Presque tout)</a:t>
            </a:r>
          </a:p>
          <a:p>
            <a:pPr marL="114300" indent="0">
              <a:buNone/>
            </a:pPr>
            <a:endParaRPr lang="fr-CA" dirty="0"/>
          </a:p>
          <a:p>
            <a:pPr marL="114300" indent="0">
              <a:buNone/>
            </a:pPr>
            <a:endParaRPr lang="fr-CA" dirty="0"/>
          </a:p>
          <a:p>
            <a:pPr marL="114300" indent="0">
              <a:buNone/>
            </a:pPr>
            <a:endParaRPr lang="fr-CA" dirty="0"/>
          </a:p>
          <a:p>
            <a:pPr marL="114300" indent="0">
              <a:buNone/>
            </a:pPr>
            <a:endParaRPr lang="fr-CA" dirty="0"/>
          </a:p>
          <a:p>
            <a:pPr marL="114300" indent="0">
              <a:buNone/>
            </a:pPr>
            <a:endParaRPr lang="fr-CA" dirty="0"/>
          </a:p>
          <a:p>
            <a:endParaRPr lang="fr-CA" dirty="0"/>
          </a:p>
        </p:txBody>
      </p:sp>
      <p:sp>
        <p:nvSpPr>
          <p:cNvPr id="3" name="Google Shape;547;p65">
            <a:extLst>
              <a:ext uri="{FF2B5EF4-FFF2-40B4-BE49-F238E27FC236}">
                <a16:creationId xmlns:a16="http://schemas.microsoft.com/office/drawing/2014/main" id="{B2A48348-0D72-5622-2DF1-21297C934477}"/>
              </a:ext>
            </a:extLst>
          </p:cNvPr>
          <p:cNvSpPr txBox="1">
            <a:spLocks/>
          </p:cNvSpPr>
          <p:nvPr/>
        </p:nvSpPr>
        <p:spPr>
          <a:xfrm>
            <a:off x="288683" y="1072577"/>
            <a:ext cx="5679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 b="0" i="0" u="none" strike="noStrike" cap="none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CA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CB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E4DA583-4663-3D52-6884-ADE8CE37B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818" y="537035"/>
            <a:ext cx="1838582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636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5"/>
          <p:cNvSpPr txBox="1">
            <a:spLocks noGrp="1"/>
          </p:cNvSpPr>
          <p:nvPr>
            <p:ph type="title"/>
          </p:nvPr>
        </p:nvSpPr>
        <p:spPr>
          <a:xfrm>
            <a:off x="288683" y="347054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Exécution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522;p62">
            <a:extLst>
              <a:ext uri="{FF2B5EF4-FFF2-40B4-BE49-F238E27FC236}">
                <a16:creationId xmlns:a16="http://schemas.microsoft.com/office/drawing/2014/main" id="{14D9DB2F-4049-5371-45B6-AEB663DD2043}"/>
              </a:ext>
            </a:extLst>
          </p:cNvPr>
          <p:cNvSpPr txBox="1">
            <a:spLocks/>
          </p:cNvSpPr>
          <p:nvPr/>
        </p:nvSpPr>
        <p:spPr>
          <a:xfrm>
            <a:off x="7661400" y="4799717"/>
            <a:ext cx="2336400" cy="3004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/>
              <a:t>2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90F068B-B334-C74B-6C1D-210A10DC6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152" y="1798101"/>
            <a:ext cx="3847200" cy="2379900"/>
          </a:xfrm>
        </p:spPr>
        <p:txBody>
          <a:bodyPr/>
          <a:lstStyle/>
          <a:p>
            <a:r>
              <a:rPr lang="fr-CA" dirty="0"/>
              <a:t>ESP32-S3R8</a:t>
            </a:r>
          </a:p>
          <a:p>
            <a:endParaRPr lang="fr-CA" dirty="0"/>
          </a:p>
          <a:p>
            <a:pPr marL="114300" indent="0">
              <a:buNone/>
            </a:pPr>
            <a:endParaRPr lang="fr-CA" dirty="0"/>
          </a:p>
          <a:p>
            <a:r>
              <a:rPr lang="fr-CA" dirty="0"/>
              <a:t>Librairies:</a:t>
            </a:r>
          </a:p>
          <a:p>
            <a:pPr lvl="1"/>
            <a:r>
              <a:rPr lang="fr-CA" dirty="0"/>
              <a:t>… </a:t>
            </a:r>
            <a:r>
              <a:rPr lang="fr-CA" dirty="0" err="1"/>
              <a:t>idk</a:t>
            </a:r>
            <a:r>
              <a:rPr lang="fr-CA" dirty="0"/>
              <a:t> </a:t>
            </a:r>
            <a:r>
              <a:rPr lang="fr-CA" dirty="0" err="1"/>
              <a:t>what</a:t>
            </a:r>
            <a:endParaRPr lang="fr-CA" dirty="0"/>
          </a:p>
          <a:p>
            <a:endParaRPr lang="fr-CA" dirty="0"/>
          </a:p>
          <a:p>
            <a:r>
              <a:rPr lang="fr-CA" dirty="0"/>
              <a:t>Concept général du Hack</a:t>
            </a:r>
          </a:p>
          <a:p>
            <a:pPr marL="114300" indent="0">
              <a:buNone/>
            </a:pPr>
            <a:endParaRPr lang="fr-CA" dirty="0"/>
          </a:p>
          <a:p>
            <a:pPr marL="114300" indent="0">
              <a:buNone/>
            </a:pPr>
            <a:endParaRPr lang="fr-CA" dirty="0"/>
          </a:p>
          <a:p>
            <a:pPr marL="114300" indent="0">
              <a:buNone/>
            </a:pPr>
            <a:endParaRPr lang="fr-CA" dirty="0"/>
          </a:p>
          <a:p>
            <a:pPr marL="114300" indent="0">
              <a:buNone/>
            </a:pPr>
            <a:endParaRPr lang="fr-CA" dirty="0"/>
          </a:p>
          <a:p>
            <a:endParaRPr lang="fr-CA" dirty="0"/>
          </a:p>
        </p:txBody>
      </p:sp>
      <p:sp>
        <p:nvSpPr>
          <p:cNvPr id="3" name="Google Shape;547;p65">
            <a:extLst>
              <a:ext uri="{FF2B5EF4-FFF2-40B4-BE49-F238E27FC236}">
                <a16:creationId xmlns:a16="http://schemas.microsoft.com/office/drawing/2014/main" id="{B2A48348-0D72-5622-2DF1-21297C934477}"/>
              </a:ext>
            </a:extLst>
          </p:cNvPr>
          <p:cNvSpPr txBox="1">
            <a:spLocks/>
          </p:cNvSpPr>
          <p:nvPr/>
        </p:nvSpPr>
        <p:spPr>
          <a:xfrm>
            <a:off x="288683" y="1072577"/>
            <a:ext cx="5679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 b="0" i="0" u="none" strike="noStrike" cap="none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Logiciels</a:t>
            </a:r>
            <a:endParaRPr lang="en-CA" sz="2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ESP32-S3R8">
            <a:extLst>
              <a:ext uri="{FF2B5EF4-FFF2-40B4-BE49-F238E27FC236}">
                <a16:creationId xmlns:a16="http://schemas.microsoft.com/office/drawing/2014/main" id="{0215DD8A-B451-1546-E5F8-111AAD61E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849" y="633404"/>
            <a:ext cx="3345400" cy="334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7543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5"/>
          <p:cNvSpPr txBox="1">
            <a:spLocks noGrp="1"/>
          </p:cNvSpPr>
          <p:nvPr>
            <p:ph type="title"/>
          </p:nvPr>
        </p:nvSpPr>
        <p:spPr>
          <a:xfrm>
            <a:off x="288683" y="347054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522;p62">
            <a:extLst>
              <a:ext uri="{FF2B5EF4-FFF2-40B4-BE49-F238E27FC236}">
                <a16:creationId xmlns:a16="http://schemas.microsoft.com/office/drawing/2014/main" id="{14D9DB2F-4049-5371-45B6-AEB663DD2043}"/>
              </a:ext>
            </a:extLst>
          </p:cNvPr>
          <p:cNvSpPr txBox="1">
            <a:spLocks/>
          </p:cNvSpPr>
          <p:nvPr/>
        </p:nvSpPr>
        <p:spPr>
          <a:xfrm>
            <a:off x="7661400" y="4799717"/>
            <a:ext cx="2336400" cy="3004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/>
              <a:t>2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90F068B-B334-C74B-6C1D-210A10DC6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8683" y="1061515"/>
            <a:ext cx="3847200" cy="2379900"/>
          </a:xfrm>
        </p:spPr>
        <p:txBody>
          <a:bodyPr/>
          <a:lstStyle/>
          <a:p>
            <a:r>
              <a:rPr lang="fr-CA" dirty="0"/>
              <a:t>Commande </a:t>
            </a:r>
            <a:r>
              <a:rPr lang="fr-CA" dirty="0" err="1"/>
              <a:t>Digikey</a:t>
            </a:r>
            <a:r>
              <a:rPr lang="fr-CA" dirty="0"/>
              <a:t> : </a:t>
            </a:r>
            <a:r>
              <a:rPr lang="fr-CA" b="1" dirty="0"/>
              <a:t>21.28$ (pas sur que </a:t>
            </a:r>
            <a:r>
              <a:rPr lang="fr-CA" b="1" dirty="0" err="1"/>
              <a:t>cest</a:t>
            </a:r>
            <a:r>
              <a:rPr lang="fr-CA" b="1" dirty="0"/>
              <a:t> le bon prix)</a:t>
            </a:r>
          </a:p>
          <a:p>
            <a:pPr marL="114300" indent="0">
              <a:buNone/>
            </a:pPr>
            <a:endParaRPr lang="fr-CA" dirty="0"/>
          </a:p>
          <a:p>
            <a:r>
              <a:rPr lang="fr-CA" dirty="0"/>
              <a:t>PCB : </a:t>
            </a:r>
            <a:r>
              <a:rPr lang="fr-CA" b="1" dirty="0"/>
              <a:t>???</a:t>
            </a:r>
          </a:p>
          <a:p>
            <a:endParaRPr lang="fr-CA" b="1" dirty="0"/>
          </a:p>
          <a:p>
            <a:endParaRPr lang="fr-CA" b="1" dirty="0"/>
          </a:p>
          <a:p>
            <a:endParaRPr lang="fr-CA" b="1" dirty="0"/>
          </a:p>
          <a:p>
            <a:r>
              <a:rPr lang="fr-CA" dirty="0"/>
              <a:t>Prix unitaire : environ </a:t>
            </a:r>
            <a:r>
              <a:rPr lang="fr-CA" b="1" dirty="0"/>
              <a:t>16.48$</a:t>
            </a:r>
          </a:p>
          <a:p>
            <a:pPr lvl="1"/>
            <a:r>
              <a:rPr lang="fr-CA" dirty="0"/>
              <a:t>Explication : Certaines pièces </a:t>
            </a:r>
            <a:r>
              <a:rPr lang="fr-CA" dirty="0" err="1"/>
              <a:t>préfaites</a:t>
            </a:r>
            <a:r>
              <a:rPr lang="fr-CA" dirty="0"/>
              <a:t> plus dispendieuse.</a:t>
            </a:r>
          </a:p>
          <a:p>
            <a:endParaRPr lang="fr-CA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A0F946E-FFD2-EB92-BBC8-D0D0B6C6B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783" y="633404"/>
            <a:ext cx="4516302" cy="313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289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5"/>
          <p:cNvSpPr txBox="1">
            <a:spLocks noGrp="1"/>
          </p:cNvSpPr>
          <p:nvPr>
            <p:ph type="title"/>
          </p:nvPr>
        </p:nvSpPr>
        <p:spPr>
          <a:xfrm>
            <a:off x="288683" y="347054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Défis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522;p62">
            <a:extLst>
              <a:ext uri="{FF2B5EF4-FFF2-40B4-BE49-F238E27FC236}">
                <a16:creationId xmlns:a16="http://schemas.microsoft.com/office/drawing/2014/main" id="{14D9DB2F-4049-5371-45B6-AEB663DD2043}"/>
              </a:ext>
            </a:extLst>
          </p:cNvPr>
          <p:cNvSpPr txBox="1">
            <a:spLocks/>
          </p:cNvSpPr>
          <p:nvPr/>
        </p:nvSpPr>
        <p:spPr>
          <a:xfrm>
            <a:off x="7661400" y="4799717"/>
            <a:ext cx="2336400" cy="3004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/>
              <a:t>2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90F068B-B334-C74B-6C1D-210A10DC6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8683" y="1061514"/>
            <a:ext cx="3847200" cy="3734931"/>
          </a:xfrm>
        </p:spPr>
        <p:txBody>
          <a:bodyPr/>
          <a:lstStyle/>
          <a:p>
            <a:r>
              <a:rPr lang="fr-CA" dirty="0"/>
              <a:t>Conception (ESP good </a:t>
            </a:r>
            <a:r>
              <a:rPr lang="fr-CA" dirty="0" err="1"/>
              <a:t>stuff</a:t>
            </a:r>
            <a:r>
              <a:rPr lang="fr-CA" dirty="0"/>
              <a:t>)</a:t>
            </a:r>
          </a:p>
          <a:p>
            <a:endParaRPr lang="fr-CA" dirty="0"/>
          </a:p>
          <a:p>
            <a:pPr marL="114300" indent="0">
              <a:buNone/>
            </a:pPr>
            <a:endParaRPr lang="fr-CA" dirty="0"/>
          </a:p>
          <a:p>
            <a:r>
              <a:rPr lang="fr-CA" dirty="0"/>
              <a:t>Restriction de temps</a:t>
            </a:r>
          </a:p>
          <a:p>
            <a:pPr marL="114300" indent="0">
              <a:buNone/>
            </a:pPr>
            <a:endParaRPr lang="fr-CA" dirty="0"/>
          </a:p>
          <a:p>
            <a:pPr marL="114300" indent="0">
              <a:buNone/>
            </a:pPr>
            <a:endParaRPr lang="fr-CA" dirty="0"/>
          </a:p>
          <a:p>
            <a:r>
              <a:rPr lang="fr-CA" dirty="0"/>
              <a:t>Développement logiciel</a:t>
            </a:r>
          </a:p>
          <a:p>
            <a:endParaRPr lang="fr-CA" dirty="0"/>
          </a:p>
          <a:p>
            <a:endParaRPr lang="fr-CA" dirty="0"/>
          </a:p>
          <a:p>
            <a:r>
              <a:rPr lang="fr-CA" dirty="0"/>
              <a:t>Apprentissage </a:t>
            </a:r>
          </a:p>
          <a:p>
            <a:endParaRPr lang="fr-CA" dirty="0"/>
          </a:p>
          <a:p>
            <a:endParaRPr lang="fr-CA" dirty="0"/>
          </a:p>
          <a:p>
            <a:r>
              <a:rPr lang="fr-CA" dirty="0"/>
              <a:t>Changements?</a:t>
            </a:r>
          </a:p>
          <a:p>
            <a:pPr marL="114300" indent="0">
              <a:buNone/>
            </a:pPr>
            <a:endParaRPr lang="fr-CA" dirty="0"/>
          </a:p>
          <a:p>
            <a:pPr marL="114300" indent="0">
              <a:buNone/>
            </a:pPr>
            <a:endParaRPr lang="fr-CA" dirty="0"/>
          </a:p>
          <a:p>
            <a:pPr marL="114300" indent="0">
              <a:buNone/>
            </a:pPr>
            <a:endParaRPr lang="fr-CA" dirty="0"/>
          </a:p>
          <a:p>
            <a:endParaRPr lang="fr-CA" dirty="0"/>
          </a:p>
        </p:txBody>
      </p:sp>
      <p:pic>
        <p:nvPicPr>
          <p:cNvPr id="2052" name="Picture 4" descr="Do you know how to 'thumbs up'? | Physionorth">
            <a:extLst>
              <a:ext uri="{FF2B5EF4-FFF2-40B4-BE49-F238E27FC236}">
                <a16:creationId xmlns:a16="http://schemas.microsoft.com/office/drawing/2014/main" id="{9CE6FA82-3DAD-C13D-DFF4-D8D9DE4CD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1765" y="984250"/>
            <a:ext cx="4614333" cy="276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8980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5"/>
          <p:cNvSpPr txBox="1">
            <a:spLocks noGrp="1"/>
          </p:cNvSpPr>
          <p:nvPr>
            <p:ph type="title"/>
          </p:nvPr>
        </p:nvSpPr>
        <p:spPr>
          <a:xfrm>
            <a:off x="288683" y="347054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Fonctionnalités manquantes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522;p62">
            <a:extLst>
              <a:ext uri="{FF2B5EF4-FFF2-40B4-BE49-F238E27FC236}">
                <a16:creationId xmlns:a16="http://schemas.microsoft.com/office/drawing/2014/main" id="{14D9DB2F-4049-5371-45B6-AEB663DD2043}"/>
              </a:ext>
            </a:extLst>
          </p:cNvPr>
          <p:cNvSpPr txBox="1">
            <a:spLocks/>
          </p:cNvSpPr>
          <p:nvPr/>
        </p:nvSpPr>
        <p:spPr>
          <a:xfrm>
            <a:off x="7661400" y="4799717"/>
            <a:ext cx="2336400" cy="3004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/>
              <a:t>2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90F068B-B334-C74B-6C1D-210A10DC6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8683" y="1061515"/>
            <a:ext cx="3847200" cy="3332868"/>
          </a:xfrm>
        </p:spPr>
        <p:txBody>
          <a:bodyPr/>
          <a:lstStyle/>
          <a:p>
            <a:r>
              <a:rPr lang="fr-CA" dirty="0"/>
              <a:t>Keylogger : Communication </a:t>
            </a:r>
            <a:r>
              <a:rPr lang="fr-CA" dirty="0" err="1"/>
              <a:t>bi-directionnelle</a:t>
            </a:r>
            <a:endParaRPr lang="fr-CA" dirty="0"/>
          </a:p>
          <a:p>
            <a:endParaRPr lang="fr-CA" dirty="0"/>
          </a:p>
          <a:p>
            <a:endParaRPr lang="fr-CA" dirty="0"/>
          </a:p>
          <a:p>
            <a:pPr marL="114300" indent="0">
              <a:buNone/>
            </a:pPr>
            <a:endParaRPr lang="fr-CA" dirty="0"/>
          </a:p>
          <a:p>
            <a:r>
              <a:rPr lang="fr-CA" dirty="0"/>
              <a:t>Autres</a:t>
            </a:r>
          </a:p>
          <a:p>
            <a:pPr marL="114300" indent="0">
              <a:buNone/>
            </a:pPr>
            <a:endParaRPr lang="fr-CA" dirty="0"/>
          </a:p>
          <a:p>
            <a:pPr marL="114300" indent="0">
              <a:buNone/>
            </a:pPr>
            <a:endParaRPr lang="fr-CA" dirty="0"/>
          </a:p>
          <a:p>
            <a:pPr marL="114300" indent="0">
              <a:buNone/>
            </a:pPr>
            <a:endParaRPr lang="fr-CA" dirty="0"/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662776998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7DF5F791B8F54F8042F960B9AF29BA" ma:contentTypeVersion="14" ma:contentTypeDescription="Crée un document." ma:contentTypeScope="" ma:versionID="567c5f3912850af7b17fc17db0e10d44">
  <xsd:schema xmlns:xsd="http://www.w3.org/2001/XMLSchema" xmlns:xs="http://www.w3.org/2001/XMLSchema" xmlns:p="http://schemas.microsoft.com/office/2006/metadata/properties" xmlns:ns3="9efdc635-2d4a-4577-bac5-60b7706b1c8e" xmlns:ns4="88dee0ad-cc88-4212-9928-6393b1d6acf4" targetNamespace="http://schemas.microsoft.com/office/2006/metadata/properties" ma:root="true" ma:fieldsID="e26b59c7bd668267f00a75fa1579996e" ns3:_="" ns4:_="">
    <xsd:import namespace="9efdc635-2d4a-4577-bac5-60b7706b1c8e"/>
    <xsd:import namespace="88dee0ad-cc88-4212-9928-6393b1d6ac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fdc635-2d4a-4577-bac5-60b7706b1c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dee0ad-cc88-4212-9928-6393b1d6acf4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efdc635-2d4a-4577-bac5-60b7706b1c8e" xsi:nil="true"/>
  </documentManagement>
</p:properties>
</file>

<file path=customXml/itemProps1.xml><?xml version="1.0" encoding="utf-8"?>
<ds:datastoreItem xmlns:ds="http://schemas.openxmlformats.org/officeDocument/2006/customXml" ds:itemID="{0746DDD0-95D9-48A3-B842-625AD76EB9EA}">
  <ds:schemaRefs>
    <ds:schemaRef ds:uri="88dee0ad-cc88-4212-9928-6393b1d6acf4"/>
    <ds:schemaRef ds:uri="9efdc635-2d4a-4577-bac5-60b7706b1c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BE2944A-53C4-495A-8A57-96AA415D361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553481A-5BE1-4A6B-A575-431D2746F341}">
  <ds:schemaRefs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88dee0ad-cc88-4212-9928-6393b1d6acf4"/>
    <ds:schemaRef ds:uri="http://schemas.microsoft.com/office/2006/documentManagement/types"/>
    <ds:schemaRef ds:uri="http://purl.org/dc/elements/1.1/"/>
    <ds:schemaRef ds:uri="http://purl.org/dc/dcmitype/"/>
    <ds:schemaRef ds:uri="9efdc635-2d4a-4577-bac5-60b7706b1c8e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Kwik-E-Mart</Template>
  <TotalTime>43</TotalTime>
  <Words>125</Words>
  <Application>Microsoft Office PowerPoint</Application>
  <PresentationFormat>Affichage à l'écran (16:9)</PresentationFormat>
  <Paragraphs>75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Vidaloka</vt:lpstr>
      <vt:lpstr>Montserrat</vt:lpstr>
      <vt:lpstr>Times New Roman</vt:lpstr>
      <vt:lpstr>Arial</vt:lpstr>
      <vt:lpstr>Minimalist Business Slides XL by Slidesgo</vt:lpstr>
      <vt:lpstr>CCI UdeS</vt:lpstr>
      <vt:lpstr>Présentation de l’idée</vt:lpstr>
      <vt:lpstr>Schéma</vt:lpstr>
      <vt:lpstr>PCB</vt:lpstr>
      <vt:lpstr>Exécution</vt:lpstr>
      <vt:lpstr>Exécution</vt:lpstr>
      <vt:lpstr>BOM</vt:lpstr>
      <vt:lpstr>Défis</vt:lpstr>
      <vt:lpstr>Fonctionnalités manquantes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Ingénierie durable et évaluation des impacts environnementaux</dc:title>
  <dc:creator>Jonathan Migner</dc:creator>
  <cp:lastModifiedBy>Jonathan Migner</cp:lastModifiedBy>
  <cp:revision>4</cp:revision>
  <dcterms:created xsi:type="dcterms:W3CDTF">2024-02-19T23:49:57Z</dcterms:created>
  <dcterms:modified xsi:type="dcterms:W3CDTF">2024-08-17T02:02:47Z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0x010100107DF5F791B8F54F8042F960B9AF29BA</vt:lpwstr>
  </property>
  <property fmtid="{D5CDD505-2E9C-101B-9397-08002B2CF9AE}" pid="3" name="MediaServiceImageTags">
    <vt:lpwstr/>
  </property>
</Properties>
</file>